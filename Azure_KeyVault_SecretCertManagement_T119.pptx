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61C4A"/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61C4A"/>
          </a:solidFill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5" name="Text 3"/>
          <p:cNvSpPr/>
          <p:nvPr/>
        </p:nvSpPr>
        <p:spPr>
          <a:xfrm>
            <a:off x="822960" y="685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 •  PROJECT 24CC3046-P017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9601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Azure Key Vault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9875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Secret and Certificate Management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4160520"/>
            <a:ext cx="2194560" cy="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434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Eliminating hardcoded credentials and automating certificate lifecycle management on Microsoft Azure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58064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T119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61722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5-MA 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58064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Mentor: Surya Chebrolu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T119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Members &amp;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1965960"/>
            <a:ext cx="1005840" cy="1005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1303020" y="19659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2331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Kothuri Dhanush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Reg. No. 2400030733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4206240"/>
            <a:ext cx="1691640" cy="0"/>
          </a:xfrm>
          <a:prstGeom prst="line">
            <a:avLst/>
          </a:prstGeom>
          <a:noFill/>
          <a:ln w="12700">
            <a:solidFill>
              <a:srgbClr val="E1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343400"/>
            <a:ext cx="224028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 &amp; Key Vault Architecture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37660" y="1965960"/>
            <a:ext cx="1005840" cy="1005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4137660" y="19659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2331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Atmakur Jaswenth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74904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Reg. No. 2400030713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94760" y="4206240"/>
            <a:ext cx="1691640" cy="0"/>
          </a:xfrm>
          <a:prstGeom prst="line">
            <a:avLst/>
          </a:prstGeom>
          <a:noFill/>
          <a:ln w="12700">
            <a:solidFill>
              <a:srgbClr val="E1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4343400"/>
            <a:ext cx="224028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Secrets &amp; Credential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72300" y="1965960"/>
            <a:ext cx="1005840" cy="1005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6972300" y="19659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2331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Bakka Venkata Sai Satya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Reg. No. 2400030705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4206240"/>
            <a:ext cx="1691640" cy="0"/>
          </a:xfrm>
          <a:prstGeom prst="line">
            <a:avLst/>
          </a:prstGeom>
          <a:noFill/>
          <a:ln w="12700">
            <a:solidFill>
              <a:srgbClr val="E1E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343400"/>
            <a:ext cx="224028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 Automation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16002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06940" y="1965960"/>
            <a:ext cx="1005840" cy="10058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7" name="Text 25"/>
          <p:cNvSpPr/>
          <p:nvPr/>
        </p:nvSpPr>
        <p:spPr>
          <a:xfrm>
            <a:off x="9806940" y="19659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0" y="3154680"/>
            <a:ext cx="2331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Kishor Reddy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0" y="3749040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Reg. No. 2400033131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464040" y="4206240"/>
            <a:ext cx="1691640" cy="0"/>
          </a:xfrm>
          <a:prstGeom prst="line">
            <a:avLst/>
          </a:prstGeom>
          <a:noFill/>
          <a:ln w="12700">
            <a:solidFill>
              <a:srgbClr val="E1E7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4343400"/>
            <a:ext cx="224028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Control, Testing &amp; Documentation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59893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Mentor: Surya Chebrolu   |   Section 5-MA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54864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Project Delivers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working demonstration of Azure Key Vault used to centrally store application secrets and manage TLS/SSL certificates — removing credentials from source code and automating certificate renewal end-to-end.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342900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No.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393192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Teams Assigned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443484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T119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4937760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Key Vault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600200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2880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2331720"/>
            <a:ext cx="1188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29600" y="2441448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use cases addressed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3291840"/>
            <a:ext cx="1188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29600" y="3401568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4251960"/>
            <a:ext cx="1188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0" y="4361688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Elimination of hardcoded secrets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DEDE8"/>
          </a:solidFill>
          <a:ln w="12700">
            <a:solidFill>
              <a:srgbClr val="F2C4B3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Organizations often store sensitive information — database passwords, API keys, and certificates — directly in application code. This creates serious security risks and makes credential management difficult. Manual certificate renewal can further lead to unexpected service disruptions.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3657600"/>
            <a:ext cx="594360" cy="594360"/>
          </a:xfrm>
          <a:prstGeom prst="ellipse">
            <a:avLst/>
          </a:prstGeom>
          <a:solidFill>
            <a:srgbClr val="C24914"/>
          </a:solidFill>
        </p:spPr>
      </p:sp>
      <p:sp>
        <p:nvSpPr>
          <p:cNvPr id="8" name="Text 6"/>
          <p:cNvSpPr/>
          <p:nvPr/>
        </p:nvSpPr>
        <p:spPr>
          <a:xfrm>
            <a:off x="731520" y="3657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Hardcoded Credentials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31089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Passwords and API keys embedded in source code are exposed to anyone with repo access.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33832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3657600"/>
            <a:ext cx="594360" cy="594360"/>
          </a:xfrm>
          <a:prstGeom prst="ellipse">
            <a:avLst/>
          </a:prstGeom>
          <a:solidFill>
            <a:srgbClr val="C24914"/>
          </a:solidFill>
        </p:spPr>
      </p:sp>
      <p:sp>
        <p:nvSpPr>
          <p:cNvPr id="13" name="Text 11"/>
          <p:cNvSpPr/>
          <p:nvPr/>
        </p:nvSpPr>
        <p:spPr>
          <a:xfrm>
            <a:off x="4526280" y="3657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43891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Certificate Handling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4846320"/>
            <a:ext cx="31089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SSL/TLS certificates tracked manually risk silent expiry and outages.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338328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3657600"/>
            <a:ext cx="594360" cy="594360"/>
          </a:xfrm>
          <a:prstGeom prst="ellipse">
            <a:avLst/>
          </a:prstGeom>
          <a:solidFill>
            <a:srgbClr val="C24914"/>
          </a:solidFill>
        </p:spPr>
      </p:sp>
      <p:sp>
        <p:nvSpPr>
          <p:cNvPr id="18" name="Text 16"/>
          <p:cNvSpPr/>
          <p:nvPr/>
        </p:nvSpPr>
        <p:spPr>
          <a:xfrm>
            <a:off x="8321040" y="3657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43891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Central Control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4846320"/>
            <a:ext cx="310896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Secrets scattered across services make rotation, auditing, and revocation slow and error-prone.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08860"/>
            <a:ext cx="731520" cy="73152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6" name="Text 4"/>
          <p:cNvSpPr/>
          <p:nvPr/>
        </p:nvSpPr>
        <p:spPr>
          <a:xfrm>
            <a:off x="777240" y="23088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920240"/>
            <a:ext cx="3977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 hardcoded secrets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2423160"/>
            <a:ext cx="3977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all passwords, API keys and connection strings out of application code into Azure Key Vault.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308860"/>
            <a:ext cx="731520" cy="73152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1" name="Text 9"/>
          <p:cNvSpPr/>
          <p:nvPr/>
        </p:nvSpPr>
        <p:spPr>
          <a:xfrm>
            <a:off x="6492240" y="23088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1920240"/>
            <a:ext cx="3977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certificate lifecycle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06640" y="2423160"/>
            <a:ext cx="3977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automatic renewal for SSL/TLS certificates to prevent expiry-related outages.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549140"/>
            <a:ext cx="731520" cy="73152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6" name="Text 14"/>
          <p:cNvSpPr/>
          <p:nvPr/>
        </p:nvSpPr>
        <p:spPr>
          <a:xfrm>
            <a:off x="777240" y="45491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160520"/>
            <a:ext cx="3977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Enforce least-privilege access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91640" y="4663440"/>
            <a:ext cx="3977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Azure RBAC / access policies so only authorized identities can read or manage secrets.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549140"/>
            <a:ext cx="731520" cy="73152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21" name="Text 19"/>
          <p:cNvSpPr/>
          <p:nvPr/>
        </p:nvSpPr>
        <p:spPr>
          <a:xfrm>
            <a:off x="6492240" y="45491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4160520"/>
            <a:ext cx="3977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monitoring &amp; auditing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06640" y="4663440"/>
            <a:ext cx="3977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every access and change to secrets and certificates through diagnostic logging.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 Case / Real-World Scenario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109728" cy="2240280"/>
          </a:xfrm>
          <a:prstGeom prst="roundRect">
            <a:avLst>
              <a:gd name="adj" fmla="val 50000"/>
            </a:avLst>
          </a:prstGeom>
          <a:solidFill>
            <a:srgbClr val="00B8A9"/>
          </a:solidFill>
        </p:spPr>
      </p:sp>
      <p:sp>
        <p:nvSpPr>
          <p:cNvPr id="6" name="Text 4"/>
          <p:cNvSpPr/>
          <p:nvPr/>
        </p:nvSpPr>
        <p:spPr>
          <a:xfrm>
            <a:off x="868680" y="171907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 1: Remove Hardcoded Credentials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10515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 application connects to a database and third-party APIs using passwords embedded directly in its configuration files. A developer accidentally commits these to a public repository, exposing production credentials.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10515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All secrets are migrated to Azure Key Vault. The application authenticates with a Managed Identity and retrieves secrets at runtime — no credential ever touches source code.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950208"/>
            <a:ext cx="11155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950208"/>
            <a:ext cx="109728" cy="2240280"/>
          </a:xfrm>
          <a:prstGeom prst="roundRect">
            <a:avLst>
              <a:gd name="adj" fmla="val 50000"/>
            </a:avLst>
          </a:prstGeom>
          <a:solidFill>
            <a:srgbClr val="00B8A9"/>
          </a:solidFill>
        </p:spPr>
      </p:sp>
      <p:sp>
        <p:nvSpPr>
          <p:cNvPr id="11" name="Text 9"/>
          <p:cNvSpPr/>
          <p:nvPr/>
        </p:nvSpPr>
        <p:spPr>
          <a:xfrm>
            <a:off x="868680" y="411480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 2: Automate Certificate Renewal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498848"/>
            <a:ext cx="10515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company's public-facing HTTPS service uses a manually managed SSL certificate. The certificate expires without notice, causing a service outage and loss of customer trust.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276088"/>
            <a:ext cx="10515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The certificate is issued and stored in Key Vault with an auto-renewal policy, integrated with monitoring alerts well before expiry — eliminating unplanned downtime.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Azure Services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31520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Key Vault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1546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store for secrets, keys &amp; certificates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659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526280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96596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 Entra ID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1546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Identity, Managed Identities &amp; authentication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659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321040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89720" y="196596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App Service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31546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Hosts the sample application under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16052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731520" y="41605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416052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Monitor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31546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 logs, metrics &amp; alerting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16052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4526280" y="41605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416052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Account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937760"/>
            <a:ext cx="31546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Archives diagnostic logs for auditing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16052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8321040" y="416052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89720" y="416052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Network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21040" y="4937760"/>
            <a:ext cx="315468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connectivity via Private Endpoint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Solution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743200"/>
            <a:ext cx="21031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27432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2743200"/>
            <a:ext cx="21031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27432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2743200"/>
            <a:ext cx="21945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Key Vault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(Secrets, Keys, Certs)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15544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0" y="155448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3931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0" y="393192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Monitor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(Logs &amp; Alerts)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2743200"/>
            <a:ext cx="411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23560" y="2743200"/>
            <a:ext cx="411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12480" y="2240280"/>
            <a:ext cx="457200" cy="118872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3429000"/>
            <a:ext cx="457200" cy="77724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Flow: The application authenticates with its Managed Identity (no stored password) → requests a secret or certificate from Key Vault → Key Vault issues certificates via an integrated Certificate Authority and every access is streamed to Azure Monitor for auditing.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RESOURCES DEPLOYED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Azure Resource Configuration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" y="1691640"/>
          <a:ext cx="11155680" cy="429768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4864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Resource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Configuration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kv-secure-prod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Vault (Standard)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Soft-delete enabled, purge protection on, RBAC authorization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id-app-managed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Managed Identity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Assigned to App Service for passwordless Key Vault access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app-secure-web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 Service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References secrets via Key Vault reference syntax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cert-webapp-tls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Certificate (Key Vault)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Auto-renewal policy, 30-day lifetime-action trigger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log-kv-diagnostics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Storage Account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Stores diagnostic logs and audit trail exports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vnet-secure / pe-kv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VNet + Private Endpoint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Restricts Key Vault traffic to private network only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3337560"/>
            <a:ext cx="10149840" cy="0"/>
          </a:xfrm>
          <a:prstGeom prst="line">
            <a:avLst/>
          </a:prstGeom>
          <a:noFill/>
          <a:ln w="38100">
            <a:solidFill>
              <a:srgbClr val="D7DF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97180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94360" y="2971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" y="39319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45720" y="4343400"/>
            <a:ext cx="21031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secrets, certificates and access requirements for the sample application.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31820" y="297180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3131820" y="2971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28900" y="39319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91740" y="4343400"/>
            <a:ext cx="21031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the Key Vault and supporting resources via Azure Portal / CLI.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297180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5669280" y="2971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39319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4343400"/>
            <a:ext cx="21031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the application using Managed Identity and SDK references.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06740" y="297180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8206740" y="2971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03820" y="39319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66660" y="4343400"/>
            <a:ext cx="21031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RBAC roles, network restrictions and enable logging.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744200" y="2971800"/>
            <a:ext cx="822960" cy="8229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22" name="Text 20"/>
          <p:cNvSpPr/>
          <p:nvPr/>
        </p:nvSpPr>
        <p:spPr>
          <a:xfrm>
            <a:off x="10744200" y="2971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0" y="39319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04120" y="4343400"/>
            <a:ext cx="210312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retrieval, rotation, renewal and access-denial scenarios.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1737360"/>
            <a:ext cx="11155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phased, security-first approach: nothing is exposed to the application until identity, access and monitoring controls are in place.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Configuration &amp;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Provisioning Steps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365760" cy="3657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7" name="Text 5"/>
          <p:cNvSpPr/>
          <p:nvPr/>
        </p:nvSpPr>
        <p:spPr>
          <a:xfrm>
            <a:off x="777240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Key Vault with RBAC authorization mode enabled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273552"/>
            <a:ext cx="365760" cy="3657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0" name="Text 8"/>
          <p:cNvSpPr/>
          <p:nvPr/>
        </p:nvSpPr>
        <p:spPr>
          <a:xfrm>
            <a:off x="777240" y="32735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227832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soft-delete (default) and purge protection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169664"/>
            <a:ext cx="365760" cy="3657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3" name="Text 11"/>
          <p:cNvSpPr/>
          <p:nvPr/>
        </p:nvSpPr>
        <p:spPr>
          <a:xfrm>
            <a:off x="777240" y="4169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4123944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Managed Identity and assign to the App Service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5065776"/>
            <a:ext cx="365760" cy="3657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6" name="Text 14"/>
          <p:cNvSpPr/>
          <p:nvPr/>
        </p:nvSpPr>
        <p:spPr>
          <a:xfrm>
            <a:off x="777240" y="50657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5020056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Grant the identity the 'Key Vault Secrets User' role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Integration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46520" y="2377440"/>
            <a:ext cx="365760" cy="3657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21" name="Text 19"/>
          <p:cNvSpPr/>
          <p:nvPr/>
        </p:nvSpPr>
        <p:spPr>
          <a:xfrm>
            <a:off x="6446520" y="2377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331720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application secrets and connection strings to the vault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3273552"/>
            <a:ext cx="365760" cy="3657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24" name="Text 22"/>
          <p:cNvSpPr/>
          <p:nvPr/>
        </p:nvSpPr>
        <p:spPr>
          <a:xfrm>
            <a:off x="6446520" y="32735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3227832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/ generate the TLS certificate with an auto-renewal policy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46520" y="4169664"/>
            <a:ext cx="365760" cy="3657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27" name="Text 25"/>
          <p:cNvSpPr/>
          <p:nvPr/>
        </p:nvSpPr>
        <p:spPr>
          <a:xfrm>
            <a:off x="6446520" y="4169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123944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App Service to reference secrets via Key Vault syntax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5065776"/>
            <a:ext cx="365760" cy="36576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30" name="Text 28"/>
          <p:cNvSpPr/>
          <p:nvPr/>
        </p:nvSpPr>
        <p:spPr>
          <a:xfrm>
            <a:off x="6446520" y="50657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5020056"/>
            <a:ext cx="4572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and verify the application starts without local credentials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CONTROLLING WHO CAN DO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&amp; Access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Policies (Legacy)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Permissions assigned directly on the vault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Granular per-object (keys/secrets/certs) 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Not integrated with Azure RBAC / audit logs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Can conflict with RBAC if both are enabled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RBAC (Recommended — Used Here)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Role assignments via Azure AD (Key Vault Secrets User, etc.)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83464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Consistent with the rest of Azure's access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333756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Fully audited through Azure Activity 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84048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Least-privilege, per-identity scoping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49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Bottleneck: Mixing access-policy and RBAC mental models is a common source of confusing "access denied" errors and outages — pick one model per vault.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RESTRICTING ACCESS PATHS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Networking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315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Endpoint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Vault is reachable only via a private IP inside the VNet — no public exposure.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6596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52628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Firewall Rules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320040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network access disabled; only trusted Azure services and selected networks allowed.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65960"/>
            <a:ext cx="594360" cy="5943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32104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7432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DNS Zone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privatelink.vaultcore.azure.net resolves the vault name to its private IP.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11155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with RBAC, network isolation ensures secrets are inaccessible even if credentials were somehow leaked — defense in depth.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 &amp; AUDIT STORAGE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Storage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dedicated Storage Account (log-kv-diagnostics) is configured purely to archive Key Vault diagnostic logs and activity data — it holds no application secrets itself.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79476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Redundancy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0" y="379476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LRS (locally redundant) for the demo 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5720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57200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Tier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0" y="457200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 tier — logs are written often, read rarely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53492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34924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Access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534924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Restricted to selected virtual networks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612648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612648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612648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 logs retained for audit review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STAYING AHEAD OF ISSUES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Monitoring &amp;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6" name="Text 4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◎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 Logs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AuditEvent logs capture every read/write on secrets, keys and certificates, sent to the storage account and Log Analytics.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1" name="Text 9"/>
          <p:cNvSpPr/>
          <p:nvPr/>
        </p:nvSpPr>
        <p:spPr>
          <a:xfrm>
            <a:off x="649224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1920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 Expiry Alerts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Monitor alert rules trigger 30 days before a certificate's expiry, notifying the team by email/Action Group.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6" name="Text 14"/>
          <p:cNvSpPr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1605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Anomaly Alerts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 fire on repeated access-denied events, surfacing RBAC misconfigurations early.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06240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21" name="Text 19"/>
          <p:cNvSpPr/>
          <p:nvPr/>
        </p:nvSpPr>
        <p:spPr>
          <a:xfrm>
            <a:off x="649224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41605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80060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central dashboard tracks vault health, recent access, and pending renewals at a glance.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VERIFYING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 &amp; Validation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02920" y="1691640"/>
          <a:ext cx="11155680" cy="4297680"/>
        </p:xfrm>
        <a:graphic>
          <a:graphicData uri="http://schemas.openxmlformats.org/drawingml/2006/table">
            <a:tbl>
              <a:tblPr/>
              <a:tblGrid>
                <a:gridCol w="5120640"/>
                <a:gridCol w="4754880"/>
                <a:gridCol w="128016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 Case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Expected Result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Application retrieves secret via Managed Identity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Secret returned without any stored credential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A4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Unauthorized identity attempts secret access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Access denied (403) and event logged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A4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Certificate nears expiry threshold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Auto-renewal triggers; alert notification sent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A4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Vault accessed from outside the VNet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Connection blocked by firewall / private endpoint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A4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Accidental soft-delete of a secret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Secret recoverable within retention window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B7A4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Passed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BOTTLENECKS ENCOUNTERED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Faced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91440" cy="1051560"/>
          </a:xfrm>
          <a:prstGeom prst="roundRect">
            <a:avLst>
              <a:gd name="adj" fmla="val 50000"/>
            </a:avLst>
          </a:prstGeom>
          <a:solidFill>
            <a:srgbClr val="C24914"/>
          </a:solidFill>
        </p:spPr>
      </p:sp>
      <p:sp>
        <p:nvSpPr>
          <p:cNvPr id="6" name="Text 4"/>
          <p:cNvSpPr/>
          <p:nvPr/>
        </p:nvSpPr>
        <p:spPr>
          <a:xfrm>
            <a:off x="822960" y="1691640"/>
            <a:ext cx="3017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Policy vs. RBAC confusion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0" y="1691640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Mixing the two authorization models caused unexpected "access denied" outages.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691640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on RBAC-only authorization for the vault and documented required role assignments.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743200"/>
            <a:ext cx="91440" cy="1051560"/>
          </a:xfrm>
          <a:prstGeom prst="roundRect">
            <a:avLst>
              <a:gd name="adj" fmla="val 50000"/>
            </a:avLst>
          </a:prstGeom>
          <a:solidFill>
            <a:srgbClr val="C24914"/>
          </a:solidFill>
        </p:spPr>
      </p:sp>
      <p:sp>
        <p:nvSpPr>
          <p:cNvPr id="11" name="Text 9"/>
          <p:cNvSpPr/>
          <p:nvPr/>
        </p:nvSpPr>
        <p:spPr>
          <a:xfrm>
            <a:off x="822960" y="2834640"/>
            <a:ext cx="3017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Soft-delete &amp; purge protection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31920" y="2834640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Complicated cleanup — deleted vaults/secrets lingered and blocked name reuse.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2834640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Planned naming conventions in advance and used explicit recover/purge steps during teardown.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862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886200"/>
            <a:ext cx="91440" cy="1051560"/>
          </a:xfrm>
          <a:prstGeom prst="roundRect">
            <a:avLst>
              <a:gd name="adj" fmla="val 50000"/>
            </a:avLst>
          </a:prstGeom>
          <a:solidFill>
            <a:srgbClr val="C24914"/>
          </a:solidFill>
        </p:spPr>
      </p:sp>
      <p:sp>
        <p:nvSpPr>
          <p:cNvPr id="16" name="Text 14"/>
          <p:cNvSpPr/>
          <p:nvPr/>
        </p:nvSpPr>
        <p:spPr>
          <a:xfrm>
            <a:off x="822960" y="3977640"/>
            <a:ext cx="3017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SDK / integration errors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31920" y="3977640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Incorrect secret-retrieval configuration in the application layer.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3977640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Adopted Key Vault reference syntax and Managed Identity, validated with SDK sample calls.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5029200"/>
            <a:ext cx="91440" cy="1051560"/>
          </a:xfrm>
          <a:prstGeom prst="roundRect">
            <a:avLst>
              <a:gd name="adj" fmla="val 50000"/>
            </a:avLst>
          </a:prstGeom>
          <a:solidFill>
            <a:srgbClr val="C24914"/>
          </a:solidFill>
        </p:spPr>
      </p:sp>
      <p:sp>
        <p:nvSpPr>
          <p:cNvPr id="21" name="Text 19"/>
          <p:cNvSpPr/>
          <p:nvPr/>
        </p:nvSpPr>
        <p:spPr>
          <a:xfrm>
            <a:off x="822960" y="5120640"/>
            <a:ext cx="3017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free-tier resources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31920" y="5120640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Subscription quotas constrained parallel testing across team members.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5120640"/>
            <a:ext cx="3931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7A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Scheduled resource usage windows and reused a shared resource group for the demo.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Performance /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03120"/>
            <a:ext cx="2606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8A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2402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Hardcoded credentials remaining in application code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103120"/>
            <a:ext cx="2606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8A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20440" y="3063240"/>
            <a:ext cx="22402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Certificates renewed automatically before expiry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103120"/>
            <a:ext cx="2606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8A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&lt;200ms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2402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secret retrieval latency at runtime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103120"/>
            <a:ext cx="2606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8A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 / 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89720" y="3063240"/>
            <a:ext cx="22402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test cases passed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663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105156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Secrets and certificates are now centrally secured with automated renewal, least-privilege access, and full audit visibility — directly addressing both target use cases.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KEEPING IT EFFICIENT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Cost Considerations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02920" y="1691640"/>
          <a:ext cx="1115568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754880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Resource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Pricing Model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 Optimization Applied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Vault (Standard)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Pay-per-operation (per 10K transactions)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tier chosen over Premium (HSM) — not required for this demo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Managed Certificates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 auto-renewal via integrated CA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Avoided third-party certificate purchase costs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Storage Account (logs)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Pay-per-GB, Cool access tier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Cool tier used since logs are written far more than read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 Service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 / Basic tier for testing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Scaled down outside active demo/testing hours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Vault's pay-per-transaction model keeps this security layer inexpensive relative to the risk it mitigates — a strong cost-to-value ratio for production use.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6" name="Text 4"/>
          <p:cNvSpPr/>
          <p:nvPr/>
        </p:nvSpPr>
        <p:spPr>
          <a:xfrm>
            <a:off x="777240" y="193852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8755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one authorization model (RBAC or access policies) per vault from day one to avoid conflicting permissions.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035808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0" name="Text 8"/>
          <p:cNvSpPr/>
          <p:nvPr/>
        </p:nvSpPr>
        <p:spPr>
          <a:xfrm>
            <a:off x="777240" y="30358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834640"/>
            <a:ext cx="98755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Soft-delete and purge protection are valuable safety nets, but require planning names and cleanup steps in advance.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133088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4" name="Text 12"/>
          <p:cNvSpPr/>
          <p:nvPr/>
        </p:nvSpPr>
        <p:spPr>
          <a:xfrm>
            <a:off x="777240" y="41330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931920"/>
            <a:ext cx="98755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Managed Identities remove an entire class of credential-leak risk — always prefer them over stored secrets for Azure-to-Azure auth.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0292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8" name="Text 16"/>
          <p:cNvSpPr/>
          <p:nvPr/>
        </p:nvSpPr>
        <p:spPr>
          <a:xfrm>
            <a:off x="777240" y="52303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5029200"/>
            <a:ext cx="98755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 logging should be enabled from the start, not added after an incident — it is the foundation of auditability.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6" name="Text 4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HSM-backed Keys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to Premium tier for hardware-protected keys on sensitive workloads.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65960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1" name="Text 9"/>
          <p:cNvSpPr/>
          <p:nvPr/>
        </p:nvSpPr>
        <p:spPr>
          <a:xfrm>
            <a:off x="649224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1920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Secret Rotation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rotation policies and Event Grid triggers to rotate secrets without manual steps.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6" name="Text 14"/>
          <p:cNvSpPr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1605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Multi-Region Vaults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Replicate configuration across regions for disaster recovery.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06240"/>
            <a:ext cx="548640" cy="5486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21" name="Text 19"/>
          <p:cNvSpPr/>
          <p:nvPr/>
        </p:nvSpPr>
        <p:spPr>
          <a:xfrm>
            <a:off x="649224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41605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Policy-as-Code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800600"/>
            <a:ext cx="484632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1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RBAC roles and vault configuration through Azure Policy / Bicep for consistency.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61C4A"/>
          </a:solidFill>
        </p:spPr>
      </p:sp>
      <p:sp>
        <p:nvSpPr>
          <p:cNvPr id="3" name="Text 1"/>
          <p:cNvSpPr/>
          <p:nvPr/>
        </p:nvSpPr>
        <p:spPr>
          <a:xfrm>
            <a:off x="502920" y="6400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Secure, Centralized Foundation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86868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Key Vault provides a secure and centralized solution for managing secrets, keys, and certificates. By eliminating hardcoded credentials and automating certificate management, the project significantly improves security, reliability, and operational efficiency.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566160"/>
            <a:ext cx="320040" cy="3200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7" name="Text 5"/>
          <p:cNvSpPr/>
          <p:nvPr/>
        </p:nvSpPr>
        <p:spPr>
          <a:xfrm>
            <a:off x="502920" y="3566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49300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Credentials removed from all application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114800"/>
            <a:ext cx="320040" cy="3200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0" name="Text 8"/>
          <p:cNvSpPr/>
          <p:nvPr/>
        </p:nvSpPr>
        <p:spPr>
          <a:xfrm>
            <a:off x="502920" y="41148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404164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 renewal fully automated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320040" cy="3200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3" name="Text 11"/>
          <p:cNvSpPr/>
          <p:nvPr/>
        </p:nvSpPr>
        <p:spPr>
          <a:xfrm>
            <a:off x="502920" y="4663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59028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governed by least-privilege RBAC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212080"/>
            <a:ext cx="320040" cy="320040"/>
          </a:xfrm>
          <a:prstGeom prst="ellipse">
            <a:avLst/>
          </a:prstGeom>
          <a:solidFill>
            <a:srgbClr val="00B8A9"/>
          </a:solidFill>
        </p:spPr>
      </p:sp>
      <p:sp>
        <p:nvSpPr>
          <p:cNvPr id="16" name="Text 14"/>
          <p:cNvSpPr/>
          <p:nvPr/>
        </p:nvSpPr>
        <p:spPr>
          <a:xfrm>
            <a:off x="502920" y="52120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13892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action logged and auditable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61C4A"/>
          </a:solidFill>
        </p:spPr>
      </p:sp>
      <p:sp>
        <p:nvSpPr>
          <p:cNvPr id="3" name="Text 1"/>
          <p:cNvSpPr/>
          <p:nvPr/>
        </p:nvSpPr>
        <p:spPr>
          <a:xfrm>
            <a:off x="0" y="2651760"/>
            <a:ext cx="121889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THANK YOU</a:t>
            </a:r>
            <a:endParaRPr lang="en-IN" altLang="en-US" sz="4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T119  •  Kothuri Dhanush · Atmakur Jaswenth · Bakka Venkata Sai Satya · S Kishor Reddy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Mentor: Surya Chebrolu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24CC3046-P017  |  Azure Key Vault Secret &amp; Certificate Management  |  Team T119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13386</Words>
  <Application>WPS Presentation</Application>
  <PresentationFormat>On-screen Show (16:9)</PresentationFormat>
  <Paragraphs>742</Paragraphs>
  <Slides>23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Vikas Ganta</cp:lastModifiedBy>
  <cp:revision>3</cp:revision>
  <dcterms:created xsi:type="dcterms:W3CDTF">2026-09-26T14:17:00Z</dcterms:created>
  <dcterms:modified xsi:type="dcterms:W3CDTF">2026-09-26T18:07:38Z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C472D9A012EC484DAB4C8B224216A2D2_13</vt:lpwstr>
  </property>
</Properties>
</file>